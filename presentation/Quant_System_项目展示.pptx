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 System v4.1.0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全栈量化交易平台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FastAPI | A股/港股/美股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731520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系统架构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核心功能模块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731520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统计与量化方法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389120"/>
            <a:ext cx="731520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项目演示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5212080"/>
            <a:ext cx="731520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 System 是一个面向多市场的全栈量化交易平台，支持A股、港股、美股的数据获取、策略开发与交易执行。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前端：Vue 3 + TypeScript + Element Plus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后端：FastAPI + SQLAlchemy + Alembic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数据：AKShare + Tushare + 本地数据库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部署：Docker + Redis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市场覆盖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A股：沪深主板、科创板、创业板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港股：恒生指数成分股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美股：纳斯达克、道琼斯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系统架构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solidFill>
            <a:srgbClr val="E8F4FD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Element Plus | 行情/策略/交易界面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D5E8D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API网关层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| JWT认证/限流/路由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行情引擎/策略管理/回测系统/交易撮合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solidFill>
            <a:srgbClr val="F8CECC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526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+ Redis | AKShare/Tushare数据源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核心功能模块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行情数据引擎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多级数据源优先级策略，确保行情数据的实时性与可靠性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920240" cy="228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本地数据库（新鲜）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优先使用当日同步的本地数据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377440"/>
            <a:ext cx="1920240" cy="2286000"/>
          </a:xfrm>
          <a:prstGeom prst="rect">
            <a:avLst/>
          </a:prstGeom>
          <a:solidFill>
            <a:srgbClr val="D5E8D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AKShare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3657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实时抓取东方财富等数据源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377440"/>
            <a:ext cx="1920240" cy="2286000"/>
          </a:xfrm>
          <a:prstGeom prst="rect">
            <a:avLst/>
          </a:prstGeom>
          <a:solidFill>
            <a:srgbClr val="FFF2CC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本地数据库（兜底）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657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使用缓存的历史数据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2377440"/>
            <a:ext cx="1920240" cy="2286000"/>
          </a:xfrm>
          <a:prstGeom prst="rect">
            <a:avLst/>
          </a:prstGeom>
          <a:solidFill>
            <a:srgbClr val="F8CECC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CSV文件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3657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离线数据文件作为最终备选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策略管理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策略CRUD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创建、编辑、删除策略，支持版本管理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参数配置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可视化配置策略参数，实时生效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02336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状态切换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启用/停用策略，支持批量操作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383280"/>
            <a:ext cx="4023360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策略分类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4023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按市场、类型、风险等级分类管理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回测系统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模拟回测流程，验证策略有效性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97280" cy="10972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加载历史行情数据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支持日线/分钟线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2194560"/>
            <a:ext cx="548640" cy="365760"/>
          </a:xfrm>
          <a:prstGeom prst="rightArrow">
            <a:avLst/>
          </a:prstGeom>
          <a:solidFill>
            <a:srgbClr val="BDC3C7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828800"/>
            <a:ext cx="1097280" cy="10972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策略执行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按时间序列模拟交易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生成买卖信号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194560"/>
            <a:ext cx="548640" cy="365760"/>
          </a:xfrm>
          <a:prstGeom prst="rightArrow">
            <a:avLst/>
          </a:prstGeom>
          <a:solidFill>
            <a:srgbClr val="BDC3C7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828800"/>
            <a:ext cx="1097280" cy="10972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撮合计算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模拟成交价格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计算手续费/滑点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548640" cy="365760"/>
          </a:xfrm>
          <a:prstGeom prst="rightArrow">
            <a:avLst/>
          </a:prstGeom>
          <a:solidFill>
            <a:srgbClr val="BDC3C7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828800"/>
            <a:ext cx="1097280" cy="10972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收益率/最大回撤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夏普比率等指标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交易系统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E8F4FD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组合管理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下单/撤单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模拟撮合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持仓更新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盈亏计算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2CC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实盘（骨架）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券商网关接口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风控审计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成交回报对账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资金划拨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待完善...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统计与量化方法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基于MCM竞赛经验与统计学习方法构建的策略体系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023360" cy="19202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回归与预测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线性回归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鲁棒回归 (RANSAC)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ARIMA时间序列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4023360" cy="19202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移动平均线 (MA)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相对强弱指标 (RSI)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波动率 (Volatility)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4023360" cy="19202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网格策略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等差/等比网格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自适应网格 (APGM)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动态边界调整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840480"/>
            <a:ext cx="4023360" cy="19202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止损止盈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仓位管理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极端行情保护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APGM 自适应周期性网格模型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MCM C题比特币与黄金交易策略的核心模型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023360" cy="2926080"/>
          </a:xfrm>
          <a:prstGeom prst="rect">
            <a:avLst/>
          </a:prstGeom>
          <a:solidFill>
            <a:srgbClr val="E8F4FD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传统网格策略在单边行情中失效：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单边上涨：涨破上限后踏空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单边下跌：接飞刀被套牢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APGM解决方案：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网格随趋势动态调整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ARIMA预测趋势方向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MA平滑噪声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023360" cy="2926080"/>
          </a:xfrm>
          <a:prstGeom prst="rect">
            <a:avLst/>
          </a:prstGeom>
          <a:solidFill>
            <a:srgbClr val="D5E8D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实际效果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2016.9 - 2021.9 回测结果：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初始资金: $1,000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最终资产: $147,182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收益率: 14,618%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19202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趋势指标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 &gt; MA: 牛市，偏向买入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 &lt; MA: 熊市，偏向卖出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9202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Volatility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风险指标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波动大 → 网格放宽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波动小 → 网格收紧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023360" cy="19202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Returns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速度指标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ARIMA预测的主食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涨跌幅比价格更稳定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474720"/>
            <a:ext cx="4023360" cy="19202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情绪指标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069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RSI &gt; 80: 过热，暂停买入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RSI &lt; 30: 超卖，关注抄底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项目演示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演示区域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（此处预留项目现场演示）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977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演示内容建议：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行情数据实时展示  • 策略配置界面  • 回测结果分析  • 模拟交易操作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D5E8D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行情数据引擎（多级数据源）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策略管理系统（CRUD+参数配置）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回测系统（模拟撮合+指标计算）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模拟交易系统（组合+下单+持仓）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用户认证与API限流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AI辅助分析（DeepSeek接入）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2CC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实盘交易网关对接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生产级风控审计系统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更丰富的策略模板库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机器学习策略自动生成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多因子选股模型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实时推送与告警系统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 System v4.1.0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FastAPI 全栈量化交易平台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2026-04-20T08:47:47Z</dcterms:created>
  <dcterms:modified xsi:type="dcterms:W3CDTF">2026-04-20T08:47:47Z</dcterms:modified>
</cp:coreProperties>
</file>